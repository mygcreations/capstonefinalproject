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Capstone Final Project – Level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Cloud-Native WordPress on AWS</a:t>
            </a:r>
          </a:p>
          <a:p>
            <a:r>
              <a:t>Infrastructure as Code using Terraform</a:t>
            </a:r>
          </a:p>
          <a:p>
            <a:r>
              <a:t>Presented by: Yousuf Gohar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cloud-native WordPress deployment on AWS</a:t>
            </a:r>
          </a:p>
          <a:p>
            <a:r>
              <a:t>Infrastructure provisioned using Terraform (IaC)</a:t>
            </a:r>
          </a:p>
          <a:p>
            <a:r>
              <a:t>Focus on security, automation, and production-readiness</a:t>
            </a:r>
          </a:p>
          <a:p>
            <a:r>
              <a:t>Designed to reflect real-world cloud engineering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Level-2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Level-1 uses a local database on EC2</a:t>
            </a:r>
          </a:p>
          <a:p>
            <a:r>
              <a:t>Level-2 separates application and database layers</a:t>
            </a:r>
          </a:p>
          <a:p>
            <a:r>
              <a:t>Improves fault isolation and operational reliability</a:t>
            </a:r>
          </a:p>
          <a:p>
            <a:r>
              <a:t>Aligns with enterprise cloud architecture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AWS Virtual Private Cloud (VPC)</a:t>
            </a:r>
          </a:p>
          <a:p>
            <a:r>
              <a:t>Public Subnet: EC2 hosting WordPress</a:t>
            </a:r>
          </a:p>
          <a:p>
            <a:r>
              <a:t>Private Subnets: Amazon RDS (MySQL)</a:t>
            </a:r>
          </a:p>
          <a:p>
            <a:r>
              <a:t>Security Groups control all network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Layer –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EC2 instance runs Apache, PHP, and WordPress</a:t>
            </a:r>
          </a:p>
          <a:p>
            <a:r>
              <a:t>Provisioned automatically using EC2 user-data script</a:t>
            </a:r>
          </a:p>
          <a:p>
            <a:r>
              <a:t>Stateless design with no persistent local database</a:t>
            </a:r>
          </a:p>
          <a:p>
            <a:r>
              <a:t>Easily replaceable application instance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Layer – Amazon 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RDS MySQL used as managed database service</a:t>
            </a:r>
          </a:p>
          <a:p>
            <a:r>
              <a:t>Deployed in private subnets (no internet access)</a:t>
            </a:r>
          </a:p>
          <a:p>
            <a:r>
              <a:t>Single-AZ configuration for Level-2</a:t>
            </a:r>
          </a:p>
          <a:p>
            <a:r>
              <a:t>AWS manages backups, patching, and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VPC with public and private subnets</a:t>
            </a:r>
          </a:p>
          <a:p>
            <a:r>
              <a:t>Internet Gateway enables controlled public access</a:t>
            </a:r>
          </a:p>
          <a:p>
            <a:r>
              <a:t>Route tables manage traffic flow</a:t>
            </a:r>
          </a:p>
          <a:p>
            <a:r>
              <a:t>Database traffic remains inside private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Groups enforce least-privilege access</a:t>
            </a:r>
          </a:p>
          <a:p>
            <a:r>
              <a:t>HTTP/HTTPS allowed to EC2 from the internet</a:t>
            </a:r>
          </a:p>
          <a:p>
            <a:r>
              <a:t>MySQL (3306) allowed only from EC2 to RDS</a:t>
            </a:r>
          </a:p>
          <a:p>
            <a:r>
              <a:t>Database is never publicly exposed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Declarative infrastructure definitions</a:t>
            </a:r>
          </a:p>
          <a:p>
            <a:r>
              <a:t>Version-controlled cloud resources</a:t>
            </a:r>
          </a:p>
          <a:p>
            <a:r>
              <a:t>Repeatable and consistent deployments</a:t>
            </a:r>
          </a:p>
          <a:p>
            <a:r>
              <a:t>Simplifies infrastructure lifecycle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sends request via browser</a:t>
            </a:r>
          </a:p>
          <a:p>
            <a:r>
              <a:t>Request reaches EC2 public endpoint</a:t>
            </a:r>
          </a:p>
          <a:p>
            <a:r>
              <a:t>WordPress processes logic</a:t>
            </a:r>
          </a:p>
          <a:p>
            <a:r>
              <a:t>Database queries sent securely to 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Level-2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security through network isolation</a:t>
            </a:r>
          </a:p>
          <a:p>
            <a:r>
              <a:t>Higher reliability using managed AWS services</a:t>
            </a:r>
          </a:p>
          <a:p>
            <a:r>
              <a:t>Reduced operational overhead</a:t>
            </a:r>
          </a:p>
          <a:p>
            <a:r>
              <a:t>Ready for scaling and high availability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RDS Multi-AZ for high availability</a:t>
            </a:r>
          </a:p>
          <a:p>
            <a:r>
              <a:t>Add Application Load Balancer (ALB)</a:t>
            </a:r>
          </a:p>
          <a:p>
            <a:r>
              <a:t>Introduce Auto Scaling Group (ASG)</a:t>
            </a:r>
          </a:p>
          <a:p>
            <a:r>
              <a:t>Implement monitoring with CloudWatch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Level-2 demonstrates production-ready cloud design</a:t>
            </a:r>
          </a:p>
          <a:p>
            <a:r>
              <a:t>Applies AWS best practices and IaC principles</a:t>
            </a:r>
          </a:p>
          <a:p>
            <a:r>
              <a:t>Shows practical understanding of cloud architecture</a:t>
            </a:r>
          </a:p>
          <a:p>
            <a:r>
              <a:t>Provides a strong foundation for enterprise workloads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